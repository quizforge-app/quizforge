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a:p>
        <a:r>
          <a:t>Introduction to Programming</a:t>
        </a:r>
      </a:p>
      <a:p>
        <a:r>
          <a:t>Variables store data values in memory.</a:t>
        </a:r>
      </a:p>
      <a:p>
        <a:r>
          <a:t>Functions are reusable blocks of code that perform specific tasks.</a:t>
        </a:r>
      </a:p>
      <a:p>
        <a:r>
          <a:t>Loops allow code to run repeatedly such as for loops and while loops.</a:t>
        </a:r>
      </a: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a:p>
        <a:r>
          <a:t>Data Structures</a:t>
        </a:r>
      </a:p>
      <a:p>
        <a:r>
          <a:t>Arrays hold ordered collections of elements accessed by index.</a:t>
        </a:r>
      </a:p>
      <a:p>
        <a:r>
          <a:t>A stack follows the Last In First Out principle.</a:t>
        </a:r>
      </a:p>
      <a:p>
        <a:r>
          <a:t>Queues process elements in First In First Out order.</a:t>
        </a:r>
      </a:p>
      <a:p>
        <a:r>
          <a:t>Hash tables map keys to values for fast lookup.</a:t>
        </a:r>
      </a:p>
    </p:spTree>
  </p:cSld>
</p:sld>
</file>