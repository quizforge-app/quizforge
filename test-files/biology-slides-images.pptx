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entation.xml" ContentType="application/vnd.openxmlformats-officedocument.presentationml.presentation.main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/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diagram-cell.png"/><Relationship Id="rId2" Type="http://schemas.openxmlformats.org/officeDocument/2006/relationships/image" Target="../media/diagram-cycle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diagram-cell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pic>
        <a:blip r:embed="rId1"/>
      </p:pic>
      <p:sp>
        <a:blip r:embed="rId2"/>
      </p:sp>
      <p:sp>
        <p:txBody>
          <a:p>
            <a:r>
              <a:t>The cell diagram shows the organelles involved in photosynthesis.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pic>
        <a:blip r:embed="rId1"/>
      </p:pic>
      <p:sp>
        <p:txBody>
          <a:p>
            <a:r>
              <a:t>The light cycle converts light energy into chemical energy stored as ATP.</a:t>
            </a:r>
          </a:p>
        </p:txBody>
      </p:sp>
    </p:spTree>
  </p:cSld>
</p:sld>
</file>